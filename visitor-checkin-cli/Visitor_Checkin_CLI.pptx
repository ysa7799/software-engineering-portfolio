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280160"/>
            <a:ext cx="4206240" cy="4206240"/>
          </a:xfrm>
          <a:prstGeom prst="ellipse">
            <a:avLst/>
          </a:prstGeom>
          <a:solidFill>
            <a:srgbClr val="2EC4B6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926080"/>
            <a:ext cx="2926080" cy="2926080"/>
          </a:xfrm>
          <a:prstGeom prst="ellipse">
            <a:avLst/>
          </a:prstGeom>
          <a:solidFill>
            <a:srgbClr val="36454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· PYTHON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Visitor Check-in Register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58368" y="32461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command-line tool with JSON persistence and a test suite — models front-desk visitor management.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8368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Hakeem · yusufhakeem.app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command-line visitor register that models real reception / facilities check-in. Written in Python with JSON persistence, defensive logic that prevents double check-out, and a test suite that proves the core behaviour. Zero third-party dependencies.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12080" y="128016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0" y="14447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321808" y="214884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commands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212080" y="2880360"/>
            <a:ext cx="33832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0" y="304495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321808" y="374904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tests passing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Commands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2618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visitor in with name, company, and host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938528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 visitor out by ID (guarded against double check-out)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596896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96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578608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everyone currently on-site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502920" cy="50292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55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323697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 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Totals: total / on-site / checked-out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Engineering choices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49808" y="1380744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49808" y="1783080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saved to JSON — survives between runs, no database needed.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892040" y="123444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93208" y="1380744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logic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93208" y="1783080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check the same visitor out twice; unknown IDs handled cleanly.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3072384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9808" y="3474720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cover check-in, on-site count, double-checkout guard, and reporting.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92040" y="2926080"/>
            <a:ext cx="40233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9F0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93208" y="3072384"/>
            <a:ext cx="3621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Dependency-free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93208" y="3474720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standard library — runs anywhere Python does.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Skills demonstrated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logic and discipline in Python: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667512" cy="38404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667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62456" y="2057400"/>
            <a:ext cx="978408" cy="38404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7" name="Text 5"/>
          <p:cNvSpPr/>
          <p:nvPr/>
        </p:nvSpPr>
        <p:spPr>
          <a:xfrm>
            <a:off x="1362456" y="2057400"/>
            <a:ext cx="97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design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87168" y="2057400"/>
            <a:ext cx="1367028" cy="38404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9" name="Text 7"/>
          <p:cNvSpPr/>
          <p:nvPr/>
        </p:nvSpPr>
        <p:spPr>
          <a:xfrm>
            <a:off x="2487168" y="2057400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JSON I/O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000500" y="2057400"/>
            <a:ext cx="1289304" cy="38404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11" name="Text 9"/>
          <p:cNvSpPr/>
          <p:nvPr/>
        </p:nvSpPr>
        <p:spPr>
          <a:xfrm>
            <a:off x="4000500" y="2057400"/>
            <a:ext cx="1289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modeling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36108" y="2057400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13" name="Text 11"/>
          <p:cNvSpPr/>
          <p:nvPr/>
        </p:nvSpPr>
        <p:spPr>
          <a:xfrm>
            <a:off x="5436108" y="2057400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16268" y="2057400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15" name="Text 13"/>
          <p:cNvSpPr/>
          <p:nvPr/>
        </p:nvSpPr>
        <p:spPr>
          <a:xfrm>
            <a:off x="6716268" y="205740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coding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569464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36454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69464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library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3108960"/>
            <a:ext cx="3657600" cy="3657600"/>
          </a:xfrm>
          <a:prstGeom prst="ellipse">
            <a:avLst/>
          </a:prstGeom>
          <a:solidFill>
            <a:srgbClr val="2EC4B6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55448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Small, correct, tested — the way good tools start.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49808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Hakeem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49808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Manama, Bahrain  •  yusufhakeem.app  •  github.com/ysa7799  •  +973 6666 9795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Visitor Check-in Register</dc:title>
  <dc:subject>PptxGenJS Presentation</dc:subject>
  <dc:creator>Yusuf Hakeem</dc:creator>
  <cp:lastModifiedBy>Yusuf Hakeem</cp:lastModifiedBy>
  <cp:revision>1</cp:revision>
  <dcterms:created xsi:type="dcterms:W3CDTF">2026-07-04T07:21:07Z</dcterms:created>
  <dcterms:modified xsi:type="dcterms:W3CDTF">2026-07-04T07:21:07Z</dcterms:modified>
</cp:coreProperties>
</file>