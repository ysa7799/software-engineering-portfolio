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4206240" cy="42062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926080"/>
            <a:ext cx="2926080" cy="29260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· BACKEND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Shift Log REST API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production-style Node.js + Express service for logging operations incidents — full CRUD, validation, and tests.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· yusufhakeem.app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API that turns a real security-operations workflow — the shift incident log — into a clean backend service. Built with Node.js and Express, validated inputs, proper HTTP status codes, and an automated test suite. In-memory store means it runs with zero setup and swaps to MongoDB with no route changes.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12080" y="12801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444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21808" y="21488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0" y="28803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21808" y="37490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 incident with title, category, priority, notes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with filters (category, priority) or fetch one by ID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edit an entry, re-validated on write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236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entry; correct 404 when missing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8953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bad input with clear 400 error messages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5537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suite covers create, filter, update, delete, 404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Engineering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38074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status codes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201 / 400 / 404 used correctly — predictable for any client.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123444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93208" y="138074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93208" y="178308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+ enum checks centralised and reused on create and update.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07238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47472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exported + reset hook; tests run headless with Node's built-in http.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2926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93208" y="307238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DB-ready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93208" y="347472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in-memory array for MongoDB behind the same routes.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fundamentals hiring teams screen for: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40180" y="205740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05740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057400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05740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5052" y="205740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845052" y="205740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69764" y="20574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69764" y="205740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semantics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5372" y="2057400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5372" y="2057400"/>
            <a:ext cx="1522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74152" y="2057400"/>
            <a:ext cx="512064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074152" y="205740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6946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6946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that's clean, tested, and ready to plug into a database.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Manama, Bahrain  •  yusufhakeem.app  •  github.com/ysa7799  •  +973 6666 9795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 Log REST API</dc:title>
  <dc:subject>PptxGenJS Presentation</dc:subject>
  <dc:creator>Yusuf Hakeem</dc:creator>
  <cp:lastModifiedBy>Yusuf Hakeem</cp:lastModifiedBy>
  <cp:revision>1</cp:revision>
  <dcterms:created xsi:type="dcterms:W3CDTF">2026-07-04T07:21:07Z</dcterms:created>
  <dcterms:modified xsi:type="dcterms:W3CDTF">2026-07-04T07:21:07Z</dcterms:modified>
</cp:coreProperties>
</file>